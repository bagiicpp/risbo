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3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26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943600" cy="5943600"/>
          </a:xfrm>
          <a:prstGeom prst="ellipse">
            <a:avLst/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914400"/>
            <a:ext cx="3749040" cy="37490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114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3258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ŠPORTNA ANALITIKA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Risbo</a:t>
            </a:r>
            <a:endParaRPr lang="en-US" sz="130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Celovita AI platforma za športnike, trenerje, skavte in analitike.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85800" y="4892040"/>
            <a:ext cx="1732788" cy="502920"/>
          </a:xfrm>
          <a:prstGeom prst="roundRect">
            <a:avLst>
              <a:gd name="adj" fmla="val 49091"/>
            </a:avLst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892040"/>
            <a:ext cx="1732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47188" y="4892040"/>
            <a:ext cx="1732788" cy="502920"/>
          </a:xfrm>
          <a:prstGeom prst="roundRect">
            <a:avLst>
              <a:gd name="adj" fmla="val 49091"/>
            </a:avLst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47188" y="4892040"/>
            <a:ext cx="1732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BA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SearXNG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08576" y="4892040"/>
            <a:ext cx="2574036" cy="502920"/>
          </a:xfrm>
          <a:prstGeom prst="roundRect">
            <a:avLst>
              <a:gd name="adj" fmla="val 49091"/>
            </a:avLst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8576" y="4892040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Realnočasovni podatki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11212" y="4892040"/>
            <a:ext cx="996696" cy="502920"/>
          </a:xfrm>
          <a:prstGeom prst="roundRect">
            <a:avLst>
              <a:gd name="adj" fmla="val 49091"/>
            </a:avLst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11212" y="489204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126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Kaj je Risbo?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sistem</a:t>
            </a: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ki združuje velik jezikovni model, trislojni iskalni sistem, realnočasovne športne podatke in strukturirano spremljanje športnikov.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3114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6900" y="3794760"/>
            <a:ext cx="868680" cy="8686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12" y="400507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1180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Športniki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1180" y="528523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Personaliziran trening in prehrana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38932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4692" y="3794760"/>
            <a:ext cx="868680" cy="8686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004" y="400507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8972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Trenerji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8972" y="528523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Nadzor ekipe in metrik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246724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12484" y="3794760"/>
            <a:ext cx="868680" cy="8686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796" y="400507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66764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Skavti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566764" y="528523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Iskanje in analiza igralcev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9154516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520276" y="3794760"/>
            <a:ext cx="868680" cy="8686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0588" y="400507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4556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Analitiki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9474556" y="528523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Podatki in vpogledi v živo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126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JEDRO SISTEMA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</a:t>
            </a:r>
            <a:r>
              <a:rPr lang="sr-Latn-BA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</a:t>
            </a:r>
            <a:r>
              <a:rPr lang="en-US" sz="42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slojni</a:t>
            </a: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iskalni sistem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Vsako sporočilo gre skozi tri sloje, preden odgovori LLM — po prioriteti.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23160"/>
            <a:ext cx="914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7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965960" y="2670048"/>
            <a:ext cx="713232" cy="713232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284378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80360" y="26243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Realnočasovni podatki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880360" y="30266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football-data.org: lestvice, rezultati, strelci. Prepozna pravo ligo.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794760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60120" y="3794760"/>
            <a:ext cx="914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7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1965960" y="4041648"/>
            <a:ext cx="713232" cy="713232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421538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0360" y="39959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Lokalna wiki (BM25)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2880360" y="43982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Predindeksirani članki o treningu, prehrani in skavtingu. Domensko znanje.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22960" y="5166360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60120" y="5166360"/>
            <a:ext cx="914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7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000" dirty="0"/>
          </a:p>
        </p:txBody>
      </p:sp>
      <p:sp>
        <p:nvSpPr>
          <p:cNvPr id="24" name="Shape 20"/>
          <p:cNvSpPr/>
          <p:nvPr/>
        </p:nvSpPr>
        <p:spPr>
          <a:xfrm>
            <a:off x="1965960" y="5413248"/>
            <a:ext cx="713232" cy="713232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696" y="5586984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880360" y="53675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Dvojezično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spletno iskanje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2880360" y="57698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SearxNG + DuckDuckGo. Hkrati v jeziku uporabnika in </a:t>
            </a:r>
            <a:r>
              <a:rPr lang="en-US" sz="1300" dirty="0" err="1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angleščini</a:t>
            </a: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nato združi.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126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Kaj Risbo zna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85420" y="214884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9740" y="2441448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259689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4412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Pameten klepet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4412" y="2807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Pretočni odgovori, prilagojeni profilu, športu in vlogi uporabnika.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89908" y="214884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4228" y="2441448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76" y="25968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89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Samodejne metrike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368900" y="2807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iz pogovora izlušči težo, spanec, RPE, 1RM — brez ročnega vnosa.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4396" y="214884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8716" y="2441448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164" y="259689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73388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 ↔ športnik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273388" y="2807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Vabila, nadzorna plošča in časovni grafi metrik celotne ekipe.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85420" y="3904488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9740" y="4197096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8" y="435254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4412" y="4151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Pametna kuhinja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464412" y="456285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 iz sestavin in makro ciljev — tudi iz fotografije hladilnika.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289908" y="3904488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64228" y="4197096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676" y="435254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8900" y="4151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Nalaganje dokumentov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368900" y="456285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DOCX, XLSX in slike kot kontekst za odgovore (RAG).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94396" y="3904488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8716" y="4197096"/>
            <a:ext cx="640080" cy="64008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4164" y="435254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73388" y="4151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Varnost &amp; vloge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9273388" y="456285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bcrypt, e-poštna verifikacija in dostop le do lastnih podatkov.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126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ŠTEVILKAH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Risbo v številkah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85420" y="2357306"/>
            <a:ext cx="3611880" cy="3095538"/>
          </a:xfrm>
          <a:prstGeom prst="roundRect">
            <a:avLst>
              <a:gd name="adj" fmla="val 5128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6860" y="31821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150+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76860" y="4203177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PRESLIKANIH LIG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9908" y="2357306"/>
            <a:ext cx="3611880" cy="3095536"/>
          </a:xfrm>
          <a:prstGeom prst="roundRect">
            <a:avLst>
              <a:gd name="adj" fmla="val 5128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1348" y="31821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500+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381348" y="4203177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ČLANKOV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4396" y="2357306"/>
            <a:ext cx="3611880" cy="3095536"/>
          </a:xfrm>
          <a:prstGeom prst="roundRect">
            <a:avLst>
              <a:gd name="adj" fmla="val 5128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85836" y="31821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155+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285836" y="4203177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OCENJENIH DOMEN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931920"/>
            <a:ext cx="5486400" cy="5486400"/>
          </a:xfrm>
          <a:prstGeom prst="ellipse">
            <a:avLst/>
          </a:prstGeom>
          <a:solidFill>
            <a:srgbClr val="151515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1264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PREDNOST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Kaj Risbo loči od drugih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768096"/>
          </a:xfrm>
          <a:prstGeom prst="roundRect">
            <a:avLst>
              <a:gd name="adj" fmla="val 10714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34086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2436876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48840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Dvojezično iskanje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120640" y="2148840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Hkrati v jeziku uporabnika in angleščini — rezultati se združijo.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3035808"/>
            <a:ext cx="10515600" cy="768096"/>
          </a:xfrm>
          <a:prstGeom prst="roundRect">
            <a:avLst>
              <a:gd name="adj" fmla="val 10714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51560" y="322783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3323844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035808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r>
              <a:rPr lang="sr-Latn-BA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slojno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pridobivanje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120640" y="3035808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Podatki v živo → lokalno znanje → splet, vse po prioriteti.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" y="3922776"/>
            <a:ext cx="10515600" cy="768096"/>
          </a:xfrm>
          <a:prstGeom prst="roundRect">
            <a:avLst>
              <a:gd name="adj" fmla="val 10714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51560" y="411480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4210812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922776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Pasivno spremljanje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120640" y="3922776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Strukturirane metrike se izluščijo kar iz naravnega pogovora.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22960" y="4809744"/>
            <a:ext cx="10515600" cy="768096"/>
          </a:xfrm>
          <a:prstGeom prst="roundRect">
            <a:avLst>
              <a:gd name="adj" fmla="val 10714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51560" y="500176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509778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809744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Ocenjevanje virov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120640" y="4809744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Rezultati rangirani po kakovosti vira, ne le po relevantnosti.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822960" y="5696712"/>
            <a:ext cx="10515600" cy="768096"/>
          </a:xfrm>
          <a:prstGeom prst="roundRect">
            <a:avLst>
              <a:gd name="adj" fmla="val 10714"/>
            </a:avLst>
          </a:prstGeom>
          <a:solidFill>
            <a:srgbClr val="151515"/>
          </a:solidFill>
          <a:ln w="12700">
            <a:solidFill>
              <a:srgbClr val="262626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51560" y="5888736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5984748"/>
            <a:ext cx="192024" cy="1920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5696712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glede na vlogo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5120640" y="569671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Sistemski poziv se prilagodi športniku, trenerju ali skavtu.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335</Words>
  <Application>Microsoft Office PowerPoint</Application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Risbo</dc:title>
  <dc:subject>PptxGenJS Presentation</dc:subject>
  <dc:creator>Filip</dc:creator>
  <cp:lastModifiedBy>Jovan Obrenović</cp:lastModifiedBy>
  <cp:revision>3</cp:revision>
  <dcterms:created xsi:type="dcterms:W3CDTF">2026-06-10T09:05:06Z</dcterms:created>
  <dcterms:modified xsi:type="dcterms:W3CDTF">2026-06-10T12:05:46Z</dcterms:modified>
</cp:coreProperties>
</file>